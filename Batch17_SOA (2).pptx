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  <p:sldId id="90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8" autoAdjust="0"/>
    <p:restoredTop sz="94681"/>
  </p:normalViewPr>
  <p:slideViewPr>
    <p:cSldViewPr snapToGrid="0">
      <p:cViewPr>
        <p:scale>
          <a:sx n="106" d="100"/>
          <a:sy n="106" d="100"/>
        </p:scale>
        <p:origin x="1936" y="1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20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20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20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18-08-06 / 8:00 am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649529"/>
              </p:ext>
            </p:extLst>
          </p:nvPr>
        </p:nvGraphicFramePr>
        <p:xfrm>
          <a:off x="8193271" y="4537829"/>
          <a:ext cx="3702050" cy="10924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0924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P.Sri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Maha Lakshmi – 2420030313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B.Nageshwari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– 2420030426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R.Ananya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- 2420030086</a:t>
                      </a:r>
                      <a:endParaRPr lang="en-IN" sz="14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253746"/>
              </p:ext>
            </p:extLst>
          </p:nvPr>
        </p:nvGraphicFramePr>
        <p:xfrm>
          <a:off x="-795813" y="4774125"/>
          <a:ext cx="5902325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Dr.Neelima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Gogineni</a:t>
                      </a:r>
                      <a:endParaRPr lang="en-US" sz="1400" b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 – 18/08/06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60516" y="57964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EventSync AI – Agentic Event Volunteer Coordination Platform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sp>
        <p:nvSpPr>
          <p:cNvPr id="101" name="Content Placeholder 100"/>
          <p:cNvSpPr txBox="1"/>
          <p:nvPr/>
        </p:nvSpPr>
        <p:spPr>
          <a:xfrm>
            <a:off x="923925" y="1550000"/>
            <a:ext cx="10344150" cy="48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Coordinating volunteers for events is still largely manual, relying on spreadsheets, phone calls, and personal judgement to match people to tasks.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Organizers struggle to assign volunteers based on skills, availability, experience, and current workload, often leading to mismatched or overloaded volunteers.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When a volunteer becomes unavailable at short notice, finding and briefing a suitable replacement is slow and manual, creating gaps in event execution.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There is no unified system that intelligently allocates, monitors, and re-allocates volunteer tasks in real time.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sp>
        <p:nvSpPr>
          <p:cNvPr id="101" name="Content Placeholder 100"/>
          <p:cNvSpPr txBox="1"/>
          <p:nvPr/>
        </p:nvSpPr>
        <p:spPr>
          <a:xfrm>
            <a:off x="923925" y="1550000"/>
            <a:ext cx="10344150" cy="48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Design and develop EventSync AI, a microservices-based Event Volunteer Management System (Event, Volunteer, Task/Assignment, and Notification services).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Build an AI Event Coordination Agent that assigns volunteers to tasks based on skills, availability, experience, and workload.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Enable dynamic AI-driven reassignment: detect volunteer unavailability, identify a suitable replacement, update the assignment, and trigger a notification.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Implement secure, scalable communication between services using REST APIs, Eureka service discovery, and Spring Cloud Gateway with JWT/RBAC-based access control.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Support SDG 11 (Sustainable Cities and Communities) by improving the efficiency and reliability of community and civic event operations.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8225957"/>
              </p:ext>
            </p:extLst>
          </p:nvPr>
        </p:nvGraphicFramePr>
        <p:xfrm>
          <a:off x="274646" y="689467"/>
          <a:ext cx="11642705" cy="579744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370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5780"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Sudin et al. [1],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Enhancing Volunteer Management Using Preference Matching Algorithm, ICITS 2024 (Springer LNBE)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Web-based volunteer scheduling system using a Preference-based Matching approach aligned with volunteer preferences, skills, and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Streamlines organizer scheduling and improves fair job distribution; evaluated using match rate and average preference satisfaction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 sports-event volunteers; does not address real-time reassignment when a volunteer becomes unavailable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0588"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Samanta &amp; Bhattyacharya [2],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Synergizing a Decentralized Framework with LLM-Assisted Skill and Willingness-Aware Task Assignment for Volunteer Crowdsourcing (arXiv:2603.15095)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LLM-assisted semantic skill extraction combined with a utility-driven, skill- and willingness-aware assignment engine; blockchain-enforced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Reports a 42.3% improvement in assignment utility over skill-only greedy matching, and task coverage rising from 0.80 to 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Adds LLM/blockchain overhead; does not specifically handle dynamic reassignment on volunteer dropout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5314"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Haider et al. [3], 2025 (MDPI Eng. Proc.)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Fault-Tolerant Framework for Dynamic Task Reassignment in Multi-Robot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failure detection combined with a recovery-driven task reassignment algorithm; MQTT-based cloud coordination between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task completion time and downtime versus baseline scheduling methods (PMW, PSO) as system load increases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/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to multi-robot systems rather than human volunteers; authors note further work needed on ML-driven task prediction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sp>
        <p:nvSpPr>
          <p:cNvPr id="101" name="Content Placeholder 100"/>
          <p:cNvSpPr txBox="1"/>
          <p:nvPr/>
        </p:nvSpPr>
        <p:spPr>
          <a:xfrm>
            <a:off x="923925" y="1900000"/>
            <a:ext cx="10344150" cy="4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Existing volunteer coordination is typically done through spreadsheets or generic scheduling tools with no intelligent, criteria-based allocation.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Reassignment when a volunteer drops out is handled manually, causing delays and last-minute scrambling during live events.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Current tools do not balance workload across volunteers, leading to some volunteers being overburdened while others remain underutilized.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Most existing event-management solutions are monolithic, making them harder to scale, extend, or integrate with an intelligent agent layer.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sp>
        <p:nvSpPr>
          <p:cNvPr id="101" name="Content Placeholder 100"/>
          <p:cNvSpPr txBox="1"/>
          <p:nvPr/>
        </p:nvSpPr>
        <p:spPr>
          <a:xfrm>
            <a:off x="923925" y="1900000"/>
            <a:ext cx="10344150" cy="4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Intelligent skill/availability-based allocation: the AI agent matches volunteers to tasks using skills, availability, experience, and current workload rather than manual guesswork.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Dynamic AI reassignment: when a volunteer becomes unavailable, the agent automatically identifies a suitable replacement, updates the assignment, and triggers a notification.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AI-driven workload balancing: tasks are distributed across volunteers to avoid overburdening individuals and keep effort evenly spread.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Built on an SOA + Microservices architecture (Event, Volunteer, Task/Assignment, Notification services with an AI Agent layer), enabling scalability beyond typical volunteer-management tools.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05106" y="406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102" name="Feasibility Content"/>
          <p:cNvSpPr txBox="1"/>
          <p:nvPr/>
        </p:nvSpPr>
        <p:spPr>
          <a:xfrm>
            <a:off x="923925" y="1067944"/>
            <a:ext cx="10344150" cy="23610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>
              <a:spcAft>
                <a:spcPts val="800"/>
              </a:spcAft>
              <a:buFont typeface="Arial" pitchFamily="34" charset="0"/>
              <a:buChar char="•"/>
            </a:pPr>
            <a:r>
              <a:rPr lang="en-US" sz="1600" dirty="0"/>
              <a:t>Technical feasibility: built entirely on established, freely available technologies – Java, Spring Boot, Spring Cloud, React, and PostgreSQL/MySQL – with strong community and documentation support.</a:t>
            </a:r>
          </a:p>
          <a:p>
            <a:pPr marL="285750" indent="-285750">
              <a:spcAft>
                <a:spcPts val="800"/>
              </a:spcAft>
              <a:buFont typeface="Arial" pitchFamily="34" charset="0"/>
              <a:buChar char="•"/>
            </a:pPr>
            <a:r>
              <a:rPr lang="en-US" sz="1600" dirty="0"/>
              <a:t>Tooling feasibility: Postman Agent Mode and Semgrep support API testing and security scanning; GitHub Actions enables CI/CD; Jira supports sprint-based task tracking.</a:t>
            </a:r>
          </a:p>
          <a:p>
            <a:pPr marL="285750" indent="-285750">
              <a:spcAft>
                <a:spcPts val="800"/>
              </a:spcAft>
              <a:buFont typeface="Arial" pitchFamily="34" charset="0"/>
              <a:buChar char="•"/>
            </a:pPr>
            <a:r>
              <a:rPr lang="en-US" sz="1600" dirty="0"/>
              <a:t>Team feasibility: the team is familiar with REST API design and microservices patterns, and uses AI-assisted development tools (ChatGPT/Gemini, GitHub Copilot, Lucidchart AI) to accelerate design and coding.</a:t>
            </a:r>
          </a:p>
          <a:p>
            <a:pPr marL="285750" indent="-285750">
              <a:spcAft>
                <a:spcPts val="800"/>
              </a:spcAft>
              <a:buFont typeface="Arial" pitchFamily="34" charset="0"/>
              <a:buChar char="•"/>
            </a:pPr>
            <a:r>
              <a:rPr lang="en-US" sz="1600" dirty="0"/>
              <a:t>Economic feasibility: relies on open-source frameworks and free-tier developer tools, keeping the project cost-effective for an academic setting.</a:t>
            </a:r>
          </a:p>
        </p:txBody>
      </p:sp>
      <p:sp>
        <p:nvSpPr>
          <p:cNvPr id="103" name="Timeline Title"/>
          <p:cNvSpPr txBox="1"/>
          <p:nvPr/>
        </p:nvSpPr>
        <p:spPr>
          <a:xfrm>
            <a:off x="923925" y="3524394"/>
            <a:ext cx="1034415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800" b="1" dirty="0"/>
              <a:t>Proposed Project Timeline (Tentative)</a:t>
            </a:r>
          </a:p>
        </p:txBody>
      </p:sp>
      <p:graphicFrame>
        <p:nvGraphicFramePr>
          <p:cNvPr id="104" name="Timelin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209366"/>
              </p:ext>
            </p:extLst>
          </p:nvPr>
        </p:nvGraphicFramePr>
        <p:xfrm>
          <a:off x="923925" y="3874394"/>
          <a:ext cx="10344150" cy="28151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3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0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3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Phase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Key Activities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5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1. Requirements &amp;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Requirement analysis; SOA/microservices architecture design; UI/UX wireframes (Lucidchart AI)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5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2. Core Services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Event Service, Volunteer Service, Task/Assignment Service (Spring Boot, REST APIs)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5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3. AI Agent &amp; Notification 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AI Coordination Agent (allocation, dynamic reassignment, workload balancing); Notification Service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5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4. Integration, Security &amp;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Eureka, Spring Cloud Gateway, JWT/RBAC, CORS; API testing (Postman Agent Mode); security scan (Semgrep)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5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5. Deployment &amp; Final Demo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CI/CD pipeline (GitHub Actions); deployment and final review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6818979-190A-9385-0C59-C08300848D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827" y="435687"/>
            <a:ext cx="7530345" cy="598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6A8921-302E-5694-8DE9-C70C4E11B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844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981</Words>
  <Application>Microsoft Macintosh PowerPoint</Application>
  <PresentationFormat>Widescreen</PresentationFormat>
  <Paragraphs>102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BINGI NAGESHWARI 2420030426</cp:lastModifiedBy>
  <cp:revision>38</cp:revision>
  <dcterms:created xsi:type="dcterms:W3CDTF">2026-08-08T06:33:56Z</dcterms:created>
  <dcterms:modified xsi:type="dcterms:W3CDTF">2026-08-20T04:07:14Z</dcterms:modified>
</cp:coreProperties>
</file>